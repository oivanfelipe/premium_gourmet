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Conteúdo Orgânico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FASE 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que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constrói autoridade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converte via iFood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408176"/>
            <a:ext cx="2651760" cy="1417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8132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em setembro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50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3x por semana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08176"/>
            <a:ext cx="2651760" cy="14173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48132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conteúdo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2350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post tem um objetivo claro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408176"/>
            <a:ext cx="2651760" cy="14173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48132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principais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50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educativo + post único de conversão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8449056" cy="566928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62656"/>
            <a:ext cx="54864" cy="566928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de origem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" y="32186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historia de Dona Rosaria — receita de familia, cozinha de mae — cria conexao emocional que nenhum anuncio compra.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8449056" cy="56692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621024"/>
            <a:ext cx="54864" cy="566928"/>
          </a:xfrm>
          <a:prstGeom prst="rect">
            <a:avLst/>
          </a:prstGeom>
          <a:solidFill>
            <a:srgbClr val="C8C4B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 que vende sem parecer anuncio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" y="38770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pillar alimenta um estagio diferente da jornada: quem nao conhece a marca, quem ja conhece e precisa de um motivo, quem esta pronto pra comprar.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Conteúdo Orgânico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EDITORIAL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pilares,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objetivo por post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64008" cy="1444752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" y="1481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9424" y="1536192"/>
            <a:ext cx="640080" cy="182880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49424" y="1536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post/mês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1865376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historia de Dona Rosaria, a receita da mae, o começo durante a pandemia.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24688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vinculo emocional com a marca antes de qualquer oferta.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89888"/>
            <a:ext cx="64008" cy="1444752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64992" y="1481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🍲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102352" y="1536192"/>
            <a:ext cx="640080" cy="182880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02352" y="1536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posts/mês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1865376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detalhes que diferenciam: torresmo, pimenta caseira, proporcao da carne, sobremesa.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24688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o preco premium e destaca qualidade antes do primeiro pedido.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53328" y="1389888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389888"/>
            <a:ext cx="64008" cy="14447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1481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55280" y="1536192"/>
            <a:ext cx="640080" cy="182880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55280" y="1536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posts/mês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865376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direto para o iFood, buffet, eventos, cardapio completo, datas do mes.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4688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interesse em pedido — o pilar que mais aparece na grade.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962656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2962656"/>
            <a:ext cx="64008" cy="1444752"/>
          </a:xfrm>
          <a:prstGeom prst="rect">
            <a:avLst/>
          </a:prstGeom>
          <a:solidFill>
            <a:srgbClr val="8884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2064" y="30540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Social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249424" y="3108960"/>
            <a:ext cx="640080" cy="182880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249424" y="3108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post/mês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" y="343814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Cardapio amplo, dobradinha, outros pratos alem da feijoada.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" y="40416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risco percebido e expande o tiquete medio.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2962656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2962656"/>
            <a:ext cx="64008" cy="1444752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364992" y="30540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3767328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102352" y="3108960"/>
            <a:ext cx="640080" cy="182880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102352" y="3108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post/mês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3364992" y="343814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Bairros atendidos, raio de entrega, expansao geografica.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3364992" y="40416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quem ainda nao sabia que a Premium Gourmet chega onde ele mora.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53328" y="2962656"/>
            <a:ext cx="2651760" cy="144475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53328" y="2962656"/>
            <a:ext cx="64008" cy="1444752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17920" y="30540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6620256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955280" y="3108960"/>
            <a:ext cx="640080" cy="182880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955280" y="3108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post/mês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6217920" y="3438144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Bastidores: pimenta no ponto, torresmo vigiado, feijao no tempo certo.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217920" y="404164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Constroi credibilidade de produto — o cliente ve o cuidado, nao so o prato.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Conteúdo Orgânico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— SETEMBRO 2026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posts</a:t>
            </a:r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Segunda, Quarta, Sexta e Domingo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" y="1325880"/>
            <a:ext cx="1609344" cy="160934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417320"/>
            <a:ext cx="512064" cy="256032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" y="14173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14/09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444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" y="1728216"/>
            <a:ext cx="822960" cy="182880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" y="1728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947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21488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de Dona Rosaria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66544" y="1325880"/>
            <a:ext cx="1609344" cy="1609344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7984" y="1417320"/>
            <a:ext cx="512064" cy="256032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57984" y="14173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16/09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1444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57984" y="1728216"/>
            <a:ext cx="822960" cy="182880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57984" y="1728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2157984" y="1947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57984" y="21488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Detalhes que diferenciam o prato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85616" y="1325880"/>
            <a:ext cx="1609344" cy="16093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77056" y="1417320"/>
            <a:ext cx="512064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877056" y="14173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18/09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43984" y="1444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77056" y="1728216"/>
            <a:ext cx="713232" cy="1828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77056" y="17282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3877056" y="1947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877056" y="21488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Buffet e eventos — setembro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04688" y="1325880"/>
            <a:ext cx="1609344" cy="1609344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32" name="Shape 30"/>
          <p:cNvSpPr/>
          <p:nvPr/>
        </p:nvSpPr>
        <p:spPr>
          <a:xfrm>
            <a:off x="5596128" y="1417320"/>
            <a:ext cx="512064" cy="256032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596128" y="14173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20/09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163056" y="1444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96128" y="1728216"/>
            <a:ext cx="822960" cy="182880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96128" y="1728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5596128" y="1947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596128" y="21488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dobradinha da casa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1325880"/>
            <a:ext cx="1609344" cy="160934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1417320"/>
            <a:ext cx="512064" cy="256032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0" y="141732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21/09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882128" y="1444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0" y="1728216"/>
            <a:ext cx="713232" cy="182880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315200" y="17282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7315200" y="1947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21488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Bairros atendidos em Salvador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" y="3063240"/>
            <a:ext cx="1609344" cy="16093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3154680"/>
            <a:ext cx="512064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38912" y="31546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05840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8912" y="3465576"/>
            <a:ext cx="713232" cy="1828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38912" y="34655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53" name="Text 51"/>
          <p:cNvSpPr txBox="1"/>
          <p:nvPr/>
        </p:nvSpPr>
        <p:spPr>
          <a:xfrm>
            <a:off x="438912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438912" y="38862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além da feijoada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066544" y="3063240"/>
            <a:ext cx="1609344" cy="1609344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56" name="Shape 54"/>
          <p:cNvSpPr/>
          <p:nvPr/>
        </p:nvSpPr>
        <p:spPr>
          <a:xfrm>
            <a:off x="2157984" y="3154680"/>
            <a:ext cx="512064" cy="256032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157984" y="31546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2724912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157984" y="3465576"/>
            <a:ext cx="713232" cy="182880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2157984" y="34655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2157984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2157984" y="38862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Bastidores — do tempero ao prato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785616" y="3063240"/>
            <a:ext cx="1609344" cy="16093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Shape 62"/>
          <p:cNvSpPr/>
          <p:nvPr/>
        </p:nvSpPr>
        <p:spPr>
          <a:xfrm>
            <a:off x="3877056" y="3154680"/>
            <a:ext cx="512064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877056" y="31546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27/09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4443984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77056" y="3465576"/>
            <a:ext cx="713232" cy="1828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877056" y="34655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69" name="Text 67"/>
          <p:cNvSpPr txBox="1"/>
          <p:nvPr/>
        </p:nvSpPr>
        <p:spPr>
          <a:xfrm>
            <a:off x="3877056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3877056" y="38862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Tradição, qualidade e sabor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04688" y="3063240"/>
            <a:ext cx="1609344" cy="1609344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72" name="Shape 70"/>
          <p:cNvSpPr/>
          <p:nvPr/>
        </p:nvSpPr>
        <p:spPr>
          <a:xfrm>
            <a:off x="5596128" y="3154680"/>
            <a:ext cx="512064" cy="256032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5596128" y="31546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28/09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6163056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596128" y="3465576"/>
            <a:ext cx="713232" cy="182880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596128" y="34655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5596128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596128" y="38862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e tamanhos de porção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223760" y="3063240"/>
            <a:ext cx="1609344" cy="16093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0" name="Shape 78"/>
          <p:cNvSpPr/>
          <p:nvPr/>
        </p:nvSpPr>
        <p:spPr>
          <a:xfrm>
            <a:off x="7315200" y="3154680"/>
            <a:ext cx="512064" cy="25603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315200" y="31546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30/09</a:t>
            </a:r>
            <a:endParaRPr lang="en-US" sz="850" dirty="0"/>
          </a:p>
        </p:txBody>
      </p:sp>
      <p:sp>
        <p:nvSpPr>
          <p:cNvPr id="82" name="Text 80"/>
          <p:cNvSpPr txBox="1"/>
          <p:nvPr/>
        </p:nvSpPr>
        <p:spPr>
          <a:xfrm>
            <a:off x="7882128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315200" y="3465576"/>
            <a:ext cx="713232" cy="1828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7315200" y="34655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650" dirty="0"/>
          </a:p>
        </p:txBody>
      </p:sp>
      <p:sp>
        <p:nvSpPr>
          <p:cNvPr id="85" name="Text 83"/>
          <p:cNvSpPr txBox="1"/>
          <p:nvPr/>
        </p:nvSpPr>
        <p:spPr>
          <a:xfrm>
            <a:off x="7315200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7315200" y="388620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Convite para buffet — outubro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858000" y="4828032"/>
            <a:ext cx="128016" cy="128016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040880" y="48188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046720" y="4828032"/>
            <a:ext cx="128016" cy="12801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8229600" y="48188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único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Conteúdo Orgânico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 VOZ E ABORDAGEM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de </a:t>
            </a:r>
            <a:pPr indent="0" marL="0">
              <a:buNone/>
            </a:pPr>
            <a:r>
              <a:rPr lang="en-US" sz="2600" i="1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cozinha de familia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não de cardápio de restaurante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4114800" cy="13258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17320"/>
            <a:ext cx="64008" cy="1325880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15453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Concreto, não genérico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965960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torresmo sai sequinho, sem gordura sobrando" — não "feito com qualidade". Detalhe específico vale mais que adjetivo vago.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72584" y="1417320"/>
            <a:ext cx="4114800" cy="13258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417320"/>
            <a:ext cx="64008" cy="1325880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73752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👩‍🍳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58384" y="15453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de Rosaria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965960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fundadora aparece pelo nome, não como "a chef". Isso cria personagem, não só marca — e personagem fideliza.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880360"/>
            <a:ext cx="4114800" cy="13258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880360"/>
            <a:ext cx="64008" cy="1325880"/>
          </a:xfrm>
          <a:prstGeom prst="rect">
            <a:avLst/>
          </a:prstGeom>
          <a:solidFill>
            <a:srgbClr val="8884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990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" y="3008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no momento certo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 Origem e Autoridade nunca empurram venda. A conversão aparece só quando o post é de Conversão — respeita o ritmo da leitura.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72584" y="2880360"/>
            <a:ext cx="4114800" cy="13258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2880360"/>
            <a:ext cx="64008" cy="1325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73752" y="2990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358384" y="300837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copy de anúncio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73752" y="3429000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post parece propaganda. A venda acontece como consequência da história contada, não como objetivo declarado.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425696"/>
            <a:ext cx="8449056" cy="58521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" y="4462272"/>
            <a:ext cx="8119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</a:t>
            </a:r>
            <a:pPr indent="0" marL="0">
              <a:buNone/>
            </a:pPr>
            <a:r>
              <a:rPr lang="en-US" sz="110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post deposita credibilidade. Quando o cliente está pronto pra pedir, a marca já é a resposta óbvia.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2026-09-14T20:05:27Z</dcterms:created>
  <dcterms:modified xsi:type="dcterms:W3CDTF">2026-09-14T20:05:27Z</dcterms:modified>
</cp:coreProperties>
</file>